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4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9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News Detection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model to classify news articles as fake or real</a:t>
            </a:r>
          </a:p>
          <a:p>
            <a:r>
              <a:t>Use machine learning and deep learning methods</a:t>
            </a:r>
          </a:p>
          <a:p>
            <a:r>
              <a:t>Compare baseline and LSTM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4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Problem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news spreads quickly online</a:t>
            </a:r>
          </a:p>
          <a:p>
            <a:r>
              <a:t>Misinformation affects public opinion</a:t>
            </a:r>
          </a:p>
          <a:p>
            <a:r>
              <a:t>Automatic detection helps improve information reliability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Fake and Real News Dataset (Kaggle)</a:t>
            </a:r>
          </a:p>
          <a:p>
            <a:r>
              <a:t>Approximately 45,000 articles</a:t>
            </a:r>
          </a:p>
          <a:p>
            <a:r>
              <a:t>Features: title, text, subject, date</a:t>
            </a:r>
          </a:p>
          <a:p>
            <a:r>
              <a:t>Target: fake or real news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  <a:gradFill>
            <a:gsLst>
              <a:gs pos="50992">
                <a:srgbClr val="DEE7F3"/>
              </a:gs>
              <a:gs pos="9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63000">
                <a:srgbClr val="B5C9E3"/>
              </a:gs>
              <a:gs pos="88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Removed missing values</a:t>
            </a:r>
          </a:p>
          <a:p>
            <a:r>
              <a:rPr dirty="0"/>
              <a:t>Cleaned text data</a:t>
            </a:r>
          </a:p>
          <a:p>
            <a:r>
              <a:rPr dirty="0"/>
              <a:t>Converted text to lowercase</a:t>
            </a:r>
          </a:p>
          <a:p>
            <a:r>
              <a:rPr dirty="0"/>
              <a:t>Applied tokenization and padding</a:t>
            </a: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149B466E-0D09-520F-4416-FA24DDFA4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36" y="3807047"/>
            <a:ext cx="4006064" cy="29446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Logistic Regression</a:t>
            </a:r>
          </a:p>
          <a:p>
            <a:r>
              <a:t>Feature extraction using TF-IDF</a:t>
            </a:r>
          </a:p>
          <a:p>
            <a:r>
              <a:t>Fast and effective baseline approach</a:t>
            </a:r>
          </a:p>
          <a:p>
            <a:r>
              <a:t>Achieved strong classification performance</a:t>
            </a:r>
          </a:p>
        </p:txBody>
      </p:sp>
      <p:pic>
        <p:nvPicPr>
          <p:cNvPr id="5" name="Picture 4" descr="A number on a white background&#10;&#10;AI-generated content may be incorrect.">
            <a:extLst>
              <a:ext uri="{FF2B5EF4-FFF2-40B4-BE49-F238E27FC236}">
                <a16:creationId xmlns:a16="http://schemas.microsoft.com/office/drawing/2014/main" id="{B51666B0-31D6-4DDF-AF19-95C6F5FDD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93" y="4436287"/>
            <a:ext cx="27686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LSTM (Long Short-Term Memory)</a:t>
            </a:r>
          </a:p>
          <a:p>
            <a:r>
              <a:t>Embedding layer + LSTM + Fully Connected layer</a:t>
            </a:r>
          </a:p>
          <a:p>
            <a:r>
              <a:t>Used Adam optimizer and CrossEntropyLoss</a:t>
            </a:r>
          </a:p>
          <a:p>
            <a:r>
              <a:t>Trained on padded text sequences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DEA3C-C5D6-E5E1-0012-76810C4F8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28" y="4816104"/>
            <a:ext cx="4353851" cy="441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Baseline Accuracy: ~9</a:t>
            </a:r>
            <a:r>
              <a:rPr lang="en-US" dirty="0"/>
              <a:t>8</a:t>
            </a:r>
            <a:r>
              <a:rPr dirty="0"/>
              <a:t>%</a:t>
            </a:r>
          </a:p>
          <a:p>
            <a:r>
              <a:rPr dirty="0"/>
              <a:t>LSTM Accuracy: ~9</a:t>
            </a:r>
            <a:r>
              <a:rPr lang="en-US" dirty="0"/>
              <a:t>8</a:t>
            </a:r>
            <a:r>
              <a:rPr dirty="0"/>
              <a:t>%</a:t>
            </a:r>
          </a:p>
          <a:p>
            <a:r>
              <a:rPr dirty="0"/>
              <a:t>Deep learning slightly improved performance</a:t>
            </a:r>
          </a:p>
          <a:p>
            <a:r>
              <a:rPr dirty="0"/>
              <a:t>F1-score also increased</a:t>
            </a:r>
          </a:p>
        </p:txBody>
      </p:sp>
      <p:pic>
        <p:nvPicPr>
          <p:cNvPr id="5" name="Picture 4" descr="A graph of confusion matrix&#10;&#10;AI-generated content may be incorrect.">
            <a:extLst>
              <a:ext uri="{FF2B5EF4-FFF2-40B4-BE49-F238E27FC236}">
                <a16:creationId xmlns:a16="http://schemas.microsoft.com/office/drawing/2014/main" id="{1D976DEB-B6A1-E7A7-9429-7A5F9B37D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566" y="4005454"/>
            <a:ext cx="3184156" cy="25046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992">
              <a:srgbClr val="DEE7F3"/>
            </a:gs>
            <a:gs pos="90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63000">
              <a:srgbClr val="B5C9E3"/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errors occurred on long articles</a:t>
            </a:r>
          </a:p>
          <a:p>
            <a:r>
              <a:t>Ambiguous language affected predictions</a:t>
            </a:r>
          </a:p>
          <a:p>
            <a:r>
              <a:t>Mixed real/fake patterns confused the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>
            <a:gsLst>
              <a:gs pos="50992">
                <a:srgbClr val="DEE7F3"/>
              </a:gs>
              <a:gs pos="9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63000">
                <a:srgbClr val="B5C9E3"/>
              </a:gs>
              <a:gs pos="88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gradFill>
            <a:gsLst>
              <a:gs pos="50992">
                <a:srgbClr val="DEE7F3"/>
              </a:gs>
              <a:gs pos="90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63000">
                <a:srgbClr val="B5C9E3"/>
              </a:gs>
              <a:gs pos="88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dirty="0"/>
              <a:t>The project successfully implemented a full ML pipeline</a:t>
            </a:r>
          </a:p>
          <a:p>
            <a:r>
              <a:rPr dirty="0"/>
              <a:t>LSTM </a:t>
            </a:r>
            <a:r>
              <a:rPr lang="en-US" dirty="0"/>
              <a:t>give same result as</a:t>
            </a:r>
            <a:r>
              <a:rPr dirty="0"/>
              <a:t> the baseline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203</Words>
  <Application>Microsoft Macintosh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Fake News Detection using Deep Learning</vt:lpstr>
      <vt:lpstr>Project Goal</vt:lpstr>
      <vt:lpstr>Why This Problem Matters</vt:lpstr>
      <vt:lpstr>Dataset</vt:lpstr>
      <vt:lpstr>Data Preprocessing</vt:lpstr>
      <vt:lpstr>Baseline Model</vt:lpstr>
      <vt:lpstr>Deep Learning Model</vt:lpstr>
      <vt:lpstr>Results</vt:lpstr>
      <vt:lpstr>Error Analysis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Илияс Нұрлыбек Саматұлы</cp:lastModifiedBy>
  <cp:revision>2</cp:revision>
  <dcterms:created xsi:type="dcterms:W3CDTF">2013-01-27T09:14:16Z</dcterms:created>
  <dcterms:modified xsi:type="dcterms:W3CDTF">2026-05-22T06:07:55Z</dcterms:modified>
  <cp:category/>
</cp:coreProperties>
</file>